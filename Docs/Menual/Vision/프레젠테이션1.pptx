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69" r:id="rId16"/>
    <p:sldId id="25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39" autoAdjust="0"/>
    <p:restoredTop sz="94660"/>
  </p:normalViewPr>
  <p:slideViewPr>
    <p:cSldViewPr snapToGrid="0">
      <p:cViewPr>
        <p:scale>
          <a:sx n="125" d="100"/>
          <a:sy n="125" d="100"/>
        </p:scale>
        <p:origin x="-54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50820-B864-E425-91AA-8F01FCA82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E6DF87-C4FC-7AB9-9520-8679C0308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CA213-9F4D-38C4-A260-7BE58D60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683582-F861-930A-F7DE-6312F27A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9F9B4-2858-786E-8D94-9EFE779E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8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E2EE8-B3C8-A382-D3DA-38BD5328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AFB03-99C3-1B0A-BBE9-6BABF6058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887C1-39A5-DAB2-B067-B225ABFC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A24F11-9152-EAC3-6BCB-B81794B40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97791-1394-FD88-6D62-5416C959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46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C8D415-7ABD-F8C5-E74F-3364F1F7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C79302-361C-1561-FE42-1C3FA96B6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40C80-808E-14BE-5CC9-F7A84AA0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F147DE-CB8E-3C08-8534-D07549E4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D431A6-3448-606E-1BD1-412519E4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77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1C9DF-8776-270E-3765-8639588B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2E0BF-44F0-832B-F7E1-DC61407C3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BEBFEF-0F67-C81F-A72C-EDC485EAA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2446C6-1521-0A3A-8ECC-94815448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1D376E-0F38-F7B5-3A26-A58696C5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B6069-BAEF-77F9-E764-03335214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24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6F88E-584A-3A96-8A73-DCF7970A7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0E9B4-004A-B070-3992-8DAD022AD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02F68D-E1D0-4644-85A9-BA03865AB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8CFA85-7C83-D092-316E-C461BD9F5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EEBF1A-A2B6-C7AE-73C9-FAEA927DC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DB4464-6E53-FBB8-8633-53F469E9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BD0E83-DD3E-A7B4-4F23-B96DF2BE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589145-C44A-C1D3-CEE4-B63CD5C9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70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0CC01-40A1-8B16-AB27-610CC673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0DDB0E-BDF4-4606-AA9E-96387CC3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5B1432-1B33-718C-EFC8-5A7AF82D7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F70CB3-B98B-AA5F-9A02-62766B72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255E10-3ECC-395E-4A42-B3A8056B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A17213-50C7-6BC8-2378-EE658EC2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62F25C-0C1E-3CEC-8833-9912166B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06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88757-6842-C67A-0FE3-80EE77EB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DBC545-1315-84D3-5A01-7A0E3CA05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C6B86-8DB1-78A9-585C-E4938D910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0AD5D0-7ABE-5D73-B19F-088903B1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24EE7B-4854-BAB9-356B-3DF0AED3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6756A9-32BB-7E54-33D1-4FA6E280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4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816DE-7331-8C00-B344-D3922DB3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D6899D-3FE5-D3CA-5A26-968BCBF68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7896BA-4F32-CB47-55C4-9B8FAFAC5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AE3DD2-ADA1-94A4-CD90-CA474C4E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9EAFCD-935E-9389-9611-DB4A87E32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6EA80D-D327-5A79-A3B4-D6F9943D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89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89EAE-5509-48BD-231A-6A929E1E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4DEBAB-1B6A-2C4A-2B15-97C353D85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41A61-3B0A-3EF4-074E-EE3CD189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EE1FA-4301-A895-0373-904B2299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01F39A-1432-A75C-AE6D-E97ED4FD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99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AAB242-AA7F-CF59-0144-44D1A09D2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1F23E5-8EDE-4551-8FB5-211AE6687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E93E5D-6345-0DD0-7E76-994E5DC2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B35AD-247A-6A09-55DD-C0C7CCDE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28CDA-790E-1B8A-7E71-3449D266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28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FED7B-EBC4-C725-BFC9-6732B3E4E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F593C4-241C-41BD-528F-3AA7AC31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2D5F2-D134-96BA-4A0E-DE65C9448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E8CC7-FB58-4629-84D1-9D22B33D0167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EDC66-0D64-8F6B-E5D2-4D2777E70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B14CE-52DD-B857-9EEE-CAB4E577E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1068C-8566-48E8-82C6-1BF1117F68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40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AB6E0951-94C2-ACAE-AFCA-F4D0B2C2A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376" y="786734"/>
            <a:ext cx="8178190" cy="479491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37590DF-4DB0-BF4F-E7DB-6202A8EB8BAF}"/>
              </a:ext>
            </a:extLst>
          </p:cNvPr>
          <p:cNvSpPr/>
          <p:nvPr/>
        </p:nvSpPr>
        <p:spPr>
          <a:xfrm>
            <a:off x="1397000" y="990600"/>
            <a:ext cx="762000" cy="3048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EDA31E-B3A5-4B67-77F6-8B93BD8EDD80}"/>
              </a:ext>
            </a:extLst>
          </p:cNvPr>
          <p:cNvSpPr/>
          <p:nvPr/>
        </p:nvSpPr>
        <p:spPr>
          <a:xfrm>
            <a:off x="2234777" y="1016000"/>
            <a:ext cx="570220" cy="2667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F78A36-7A7C-A603-4C9C-ABF7F8E2E3E3}"/>
              </a:ext>
            </a:extLst>
          </p:cNvPr>
          <p:cNvSpPr/>
          <p:nvPr/>
        </p:nvSpPr>
        <p:spPr>
          <a:xfrm>
            <a:off x="2882477" y="1009650"/>
            <a:ext cx="570220" cy="2667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365D702-D97F-1145-09A0-DD1C456D77F2}"/>
              </a:ext>
            </a:extLst>
          </p:cNvPr>
          <p:cNvSpPr/>
          <p:nvPr/>
        </p:nvSpPr>
        <p:spPr>
          <a:xfrm>
            <a:off x="3511127" y="1016000"/>
            <a:ext cx="570220" cy="2667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7C1285-D863-4194-1EEC-C48B0F2581D5}"/>
              </a:ext>
            </a:extLst>
          </p:cNvPr>
          <p:cNvSpPr/>
          <p:nvPr/>
        </p:nvSpPr>
        <p:spPr>
          <a:xfrm>
            <a:off x="4199870" y="1009015"/>
            <a:ext cx="1102379" cy="2933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5524C7-6B98-474C-A063-C2AA3206BECF}"/>
              </a:ext>
            </a:extLst>
          </p:cNvPr>
          <p:cNvSpPr/>
          <p:nvPr/>
        </p:nvSpPr>
        <p:spPr>
          <a:xfrm>
            <a:off x="5391447" y="996315"/>
            <a:ext cx="2148225" cy="2933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074F87-BAB8-5904-DEA6-B2ED34BBCFE6}"/>
              </a:ext>
            </a:extLst>
          </p:cNvPr>
          <p:cNvSpPr/>
          <p:nvPr/>
        </p:nvSpPr>
        <p:spPr>
          <a:xfrm>
            <a:off x="7734300" y="990600"/>
            <a:ext cx="508001" cy="2933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C6FCBC-5929-ABBA-689E-D3AE88A1A145}"/>
              </a:ext>
            </a:extLst>
          </p:cNvPr>
          <p:cNvSpPr/>
          <p:nvPr/>
        </p:nvSpPr>
        <p:spPr>
          <a:xfrm>
            <a:off x="1374120" y="1383664"/>
            <a:ext cx="3485638" cy="3696335"/>
          </a:xfrm>
          <a:prstGeom prst="rect">
            <a:avLst/>
          </a:prstGeom>
          <a:solidFill>
            <a:schemeClr val="bg1">
              <a:alpha val="2700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0E8D5F5-7BB6-ACFE-D400-3F77E15E964E}"/>
              </a:ext>
            </a:extLst>
          </p:cNvPr>
          <p:cNvSpPr/>
          <p:nvPr/>
        </p:nvSpPr>
        <p:spPr>
          <a:xfrm>
            <a:off x="4912478" y="1344897"/>
            <a:ext cx="4593472" cy="4065969"/>
          </a:xfrm>
          <a:prstGeom prst="rect">
            <a:avLst/>
          </a:prstGeom>
          <a:solidFill>
            <a:schemeClr val="bg1">
              <a:alpha val="27000"/>
            </a:scheme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FDE89-32B8-CFB0-EE2A-6169FA88A352}"/>
              </a:ext>
            </a:extLst>
          </p:cNvPr>
          <p:cNvSpPr txBox="1"/>
          <p:nvPr/>
        </p:nvSpPr>
        <p:spPr>
          <a:xfrm>
            <a:off x="1231477" y="311389"/>
            <a:ext cx="927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EMO Switch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3547C-E1FA-09D5-BC65-1F050ED7E870}"/>
              </a:ext>
            </a:extLst>
          </p:cNvPr>
          <p:cNvSpPr txBox="1"/>
          <p:nvPr/>
        </p:nvSpPr>
        <p:spPr>
          <a:xfrm>
            <a:off x="2159000" y="311388"/>
            <a:ext cx="927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Initialize 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D96F16-BEC3-962B-F490-5FD835C62BF7}"/>
              </a:ext>
            </a:extLst>
          </p:cNvPr>
          <p:cNvSpPr txBox="1"/>
          <p:nvPr/>
        </p:nvSpPr>
        <p:spPr>
          <a:xfrm>
            <a:off x="3047365" y="311387"/>
            <a:ext cx="927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Home All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08AB34-8AC7-A032-E486-E310EFF747FF}"/>
              </a:ext>
            </a:extLst>
          </p:cNvPr>
          <p:cNvSpPr txBox="1"/>
          <p:nvPr/>
        </p:nvSpPr>
        <p:spPr>
          <a:xfrm>
            <a:off x="3932235" y="314881"/>
            <a:ext cx="927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Alarm Reset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12A492-4083-6AC5-ABF5-8D582BBA30F5}"/>
              </a:ext>
            </a:extLst>
          </p:cNvPr>
          <p:cNvSpPr txBox="1"/>
          <p:nvPr/>
        </p:nvSpPr>
        <p:spPr>
          <a:xfrm>
            <a:off x="4777947" y="245031"/>
            <a:ext cx="92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Control Mode 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88991-C319-1512-2B3E-33C69FDA5D27}"/>
              </a:ext>
            </a:extLst>
          </p:cNvPr>
          <p:cNvSpPr txBox="1"/>
          <p:nvPr/>
        </p:nvSpPr>
        <p:spPr>
          <a:xfrm>
            <a:off x="5997570" y="242213"/>
            <a:ext cx="92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Aligner Status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711973-6BB4-ECE3-CA4D-9F0EC17DFC1C}"/>
              </a:ext>
            </a:extLst>
          </p:cNvPr>
          <p:cNvSpPr txBox="1"/>
          <p:nvPr/>
        </p:nvSpPr>
        <p:spPr>
          <a:xfrm>
            <a:off x="7539672" y="216813"/>
            <a:ext cx="927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Init/Home </a:t>
            </a:r>
            <a:r>
              <a:rPr lang="ko-KR" altLang="en-US" sz="1000" dirty="0"/>
              <a:t>상태 여부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C3751A-A7FB-4F5D-6F7F-6A2C85187C84}"/>
              </a:ext>
            </a:extLst>
          </p:cNvPr>
          <p:cNvCxnSpPr>
            <a:cxnSpLocks/>
            <a:stCxn id="6" idx="0"/>
            <a:endCxn id="16" idx="2"/>
          </p:cNvCxnSpPr>
          <p:nvPr/>
        </p:nvCxnSpPr>
        <p:spPr>
          <a:xfrm flipH="1" flipV="1">
            <a:off x="1695239" y="557610"/>
            <a:ext cx="82761" cy="4329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CDC7ADE-AEB6-C1F6-EF35-7D2785E57675}"/>
              </a:ext>
            </a:extLst>
          </p:cNvPr>
          <p:cNvCxnSpPr>
            <a:cxnSpLocks/>
            <a:stCxn id="7" idx="0"/>
            <a:endCxn id="17" idx="2"/>
          </p:cNvCxnSpPr>
          <p:nvPr/>
        </p:nvCxnSpPr>
        <p:spPr>
          <a:xfrm flipV="1">
            <a:off x="2519887" y="557609"/>
            <a:ext cx="102875" cy="458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FF61415-5D15-CD64-BD91-CCB0B8C6C10B}"/>
              </a:ext>
            </a:extLst>
          </p:cNvPr>
          <p:cNvCxnSpPr>
            <a:cxnSpLocks/>
            <a:stCxn id="9" idx="0"/>
            <a:endCxn id="18" idx="2"/>
          </p:cNvCxnSpPr>
          <p:nvPr/>
        </p:nvCxnSpPr>
        <p:spPr>
          <a:xfrm flipV="1">
            <a:off x="3167587" y="557608"/>
            <a:ext cx="343540" cy="4520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18504D4-5861-4894-1962-F55F02FD52AD}"/>
              </a:ext>
            </a:extLst>
          </p:cNvPr>
          <p:cNvCxnSpPr>
            <a:cxnSpLocks/>
            <a:stCxn id="10" idx="0"/>
            <a:endCxn id="19" idx="2"/>
          </p:cNvCxnSpPr>
          <p:nvPr/>
        </p:nvCxnSpPr>
        <p:spPr>
          <a:xfrm flipV="1">
            <a:off x="3796237" y="561102"/>
            <a:ext cx="599760" cy="4548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678F1FF-DF66-E5BE-6BEB-AFD04665AC54}"/>
              </a:ext>
            </a:extLst>
          </p:cNvPr>
          <p:cNvCxnSpPr>
            <a:cxnSpLocks/>
            <a:stCxn id="11" idx="0"/>
            <a:endCxn id="20" idx="2"/>
          </p:cNvCxnSpPr>
          <p:nvPr/>
        </p:nvCxnSpPr>
        <p:spPr>
          <a:xfrm flipV="1">
            <a:off x="4751060" y="645141"/>
            <a:ext cx="490649" cy="3638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B6AFC0-19D6-438D-6647-8379A6CC01D7}"/>
              </a:ext>
            </a:extLst>
          </p:cNvPr>
          <p:cNvCxnSpPr>
            <a:cxnSpLocks/>
            <a:stCxn id="12" idx="0"/>
            <a:endCxn id="21" idx="2"/>
          </p:cNvCxnSpPr>
          <p:nvPr/>
        </p:nvCxnSpPr>
        <p:spPr>
          <a:xfrm flipH="1" flipV="1">
            <a:off x="6461332" y="642323"/>
            <a:ext cx="4228" cy="3539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ACE011B-F885-2E34-0509-3F50FD0219AC}"/>
              </a:ext>
            </a:extLst>
          </p:cNvPr>
          <p:cNvCxnSpPr>
            <a:cxnSpLocks/>
            <a:stCxn id="13" idx="0"/>
            <a:endCxn id="22" idx="2"/>
          </p:cNvCxnSpPr>
          <p:nvPr/>
        </p:nvCxnSpPr>
        <p:spPr>
          <a:xfrm flipV="1">
            <a:off x="7988301" y="616923"/>
            <a:ext cx="15133" cy="373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3BE7449-57C8-DFD9-0F17-0E9214C52AE3}"/>
              </a:ext>
            </a:extLst>
          </p:cNvPr>
          <p:cNvSpPr txBox="1"/>
          <p:nvPr/>
        </p:nvSpPr>
        <p:spPr>
          <a:xfrm>
            <a:off x="2354622" y="5982334"/>
            <a:ext cx="1524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Result Image </a:t>
            </a:r>
            <a:r>
              <a:rPr lang="ko-KR" altLang="en-US" sz="1000" dirty="0"/>
              <a:t>섹션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8D4320-EB3E-39FA-097F-884EDBF89496}"/>
              </a:ext>
            </a:extLst>
          </p:cNvPr>
          <p:cNvSpPr txBox="1"/>
          <p:nvPr/>
        </p:nvSpPr>
        <p:spPr>
          <a:xfrm>
            <a:off x="6455193" y="5982333"/>
            <a:ext cx="15246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Control </a:t>
            </a:r>
            <a:r>
              <a:rPr lang="ko-KR" altLang="en-US" sz="1000" dirty="0"/>
              <a:t>섹션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B0CCE32-963F-9333-A742-285EA1D24884}"/>
              </a:ext>
            </a:extLst>
          </p:cNvPr>
          <p:cNvCxnSpPr>
            <a:cxnSpLocks/>
            <a:stCxn id="14" idx="2"/>
            <a:endCxn id="45" idx="0"/>
          </p:cNvCxnSpPr>
          <p:nvPr/>
        </p:nvCxnSpPr>
        <p:spPr>
          <a:xfrm>
            <a:off x="3116939" y="5079999"/>
            <a:ext cx="0" cy="9023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8F45577-D1C6-8E94-0C6D-53297A253579}"/>
              </a:ext>
            </a:extLst>
          </p:cNvPr>
          <p:cNvCxnSpPr>
            <a:cxnSpLocks/>
            <a:stCxn id="15" idx="2"/>
            <a:endCxn id="46" idx="0"/>
          </p:cNvCxnSpPr>
          <p:nvPr/>
        </p:nvCxnSpPr>
        <p:spPr>
          <a:xfrm>
            <a:off x="7209214" y="5410866"/>
            <a:ext cx="8296" cy="5714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0E9771-834D-08CB-EBA2-25B8E7030EF3}"/>
              </a:ext>
            </a:extLst>
          </p:cNvPr>
          <p:cNvSpPr/>
          <p:nvPr/>
        </p:nvSpPr>
        <p:spPr>
          <a:xfrm>
            <a:off x="8782473" y="1009650"/>
            <a:ext cx="723477" cy="29337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8BD4C1A-FF0E-4582-F05B-D46F1BA61158}"/>
              </a:ext>
            </a:extLst>
          </p:cNvPr>
          <p:cNvCxnSpPr>
            <a:cxnSpLocks/>
            <a:stCxn id="55" idx="0"/>
            <a:endCxn id="59" idx="2"/>
          </p:cNvCxnSpPr>
          <p:nvPr/>
        </p:nvCxnSpPr>
        <p:spPr>
          <a:xfrm flipH="1" flipV="1">
            <a:off x="9144211" y="539978"/>
            <a:ext cx="1" cy="469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AB03318-4996-B326-18AE-64C8ABF48330}"/>
              </a:ext>
            </a:extLst>
          </p:cNvPr>
          <p:cNvSpPr txBox="1"/>
          <p:nvPr/>
        </p:nvSpPr>
        <p:spPr>
          <a:xfrm>
            <a:off x="8680449" y="293757"/>
            <a:ext cx="927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Alarm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6171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9D9B6-5BA1-C7BE-3BBB-5F58E64D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9F42D02C-EF9D-CCC7-9C9E-AEB41DBE5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49" y="790057"/>
            <a:ext cx="8766101" cy="513961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F9FD7F-BE9C-62D5-492B-5D0F79017048}"/>
              </a:ext>
            </a:extLst>
          </p:cNvPr>
          <p:cNvSpPr/>
          <p:nvPr/>
        </p:nvSpPr>
        <p:spPr>
          <a:xfrm>
            <a:off x="5187950" y="1625600"/>
            <a:ext cx="2755900" cy="15176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4078B6-C1C2-F015-DAE9-423A564E342F}"/>
              </a:ext>
            </a:extLst>
          </p:cNvPr>
          <p:cNvSpPr/>
          <p:nvPr/>
        </p:nvSpPr>
        <p:spPr>
          <a:xfrm>
            <a:off x="8013700" y="1625599"/>
            <a:ext cx="1644650" cy="135890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D52F37-947C-A399-08B9-99C5681A8B72}"/>
              </a:ext>
            </a:extLst>
          </p:cNvPr>
          <p:cNvSpPr/>
          <p:nvPr/>
        </p:nvSpPr>
        <p:spPr>
          <a:xfrm>
            <a:off x="5187950" y="3260206"/>
            <a:ext cx="2755900" cy="71276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10B998-5F2D-185D-5D64-05E3BDE039A9}"/>
              </a:ext>
            </a:extLst>
          </p:cNvPr>
          <p:cNvSpPr/>
          <p:nvPr/>
        </p:nvSpPr>
        <p:spPr>
          <a:xfrm>
            <a:off x="8013700" y="3043778"/>
            <a:ext cx="1644650" cy="92919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C8F429F-9872-0B49-88FB-D59A2ABE8141}"/>
              </a:ext>
            </a:extLst>
          </p:cNvPr>
          <p:cNvSpPr/>
          <p:nvPr/>
        </p:nvSpPr>
        <p:spPr>
          <a:xfrm>
            <a:off x="5200650" y="4103162"/>
            <a:ext cx="4457700" cy="108478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00DEF-B4DC-EBB6-8918-BAF152B46925}"/>
              </a:ext>
            </a:extLst>
          </p:cNvPr>
          <p:cNvSpPr txBox="1"/>
          <p:nvPr/>
        </p:nvSpPr>
        <p:spPr>
          <a:xfrm>
            <a:off x="5578369" y="426546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Align </a:t>
            </a:r>
            <a:r>
              <a:rPr lang="ko-KR" altLang="en-US" sz="1000" dirty="0"/>
              <a:t>시퀀스 진행 상황 뷰어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7D30551-A3B5-587A-84F4-5A9A49D26EE7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565900" y="673100"/>
            <a:ext cx="0" cy="952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6C7F87-92B9-F05D-13A0-98274DE724BA}"/>
              </a:ext>
            </a:extLst>
          </p:cNvPr>
          <p:cNvSpPr txBox="1"/>
          <p:nvPr/>
        </p:nvSpPr>
        <p:spPr>
          <a:xfrm>
            <a:off x="10134600" y="2181938"/>
            <a:ext cx="1212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시퀀스 상태 정보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14054-1727-A221-FE0E-C3253DB50E17}"/>
              </a:ext>
            </a:extLst>
          </p:cNvPr>
          <p:cNvSpPr txBox="1"/>
          <p:nvPr/>
        </p:nvSpPr>
        <p:spPr>
          <a:xfrm>
            <a:off x="10064750" y="3385263"/>
            <a:ext cx="1352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시퀀스 컨트롤 섹션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043DF9-1953-D2A7-D033-D77CEF77DD79}"/>
              </a:ext>
            </a:extLst>
          </p:cNvPr>
          <p:cNvSpPr txBox="1"/>
          <p:nvPr/>
        </p:nvSpPr>
        <p:spPr>
          <a:xfrm>
            <a:off x="10210800" y="4522444"/>
            <a:ext cx="1206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시퀀스 로그 섹션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48ABD6F-0F38-1DA9-7C8C-F58237604E28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 flipV="1">
            <a:off x="9658350" y="2305049"/>
            <a:ext cx="47625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57D7E8F-54A0-6428-F548-BAB125C16148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 flipV="1">
            <a:off x="9658350" y="3508374"/>
            <a:ext cx="40640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5B93626-BBBD-FAB4-C9A9-CED0940F87A3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 flipV="1">
            <a:off x="9658350" y="4645555"/>
            <a:ext cx="55245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44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8083-328C-575F-0E42-1FBCF671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BBC737-50D9-B918-5B7D-2542594F4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99" y="876300"/>
            <a:ext cx="7104829" cy="41655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7B51156-83BE-8661-A324-9FACF6CB2283}"/>
              </a:ext>
            </a:extLst>
          </p:cNvPr>
          <p:cNvSpPr/>
          <p:nvPr/>
        </p:nvSpPr>
        <p:spPr>
          <a:xfrm>
            <a:off x="4559300" y="1746251"/>
            <a:ext cx="2901950" cy="381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14577-AAF2-47DA-F688-0B554A3FBDEB}"/>
              </a:ext>
            </a:extLst>
          </p:cNvPr>
          <p:cNvSpPr txBox="1"/>
          <p:nvPr/>
        </p:nvSpPr>
        <p:spPr>
          <a:xfrm>
            <a:off x="5152919" y="525304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Result </a:t>
            </a:r>
            <a:r>
              <a:rPr lang="en-US" altLang="ko-KR" sz="1000" dirty="0" err="1"/>
              <a:t>Histroy</a:t>
            </a:r>
            <a:r>
              <a:rPr lang="en-US" altLang="ko-KR" sz="1000" dirty="0"/>
              <a:t> </a:t>
            </a:r>
            <a:r>
              <a:rPr lang="ko-KR" altLang="en-US" sz="1000" dirty="0"/>
              <a:t>필터링 기능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3059BE5-3793-7C9C-9EF4-1D8B93DC3CA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010275" y="806450"/>
            <a:ext cx="0" cy="939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0020E7-8FDE-A329-F230-84EA0D135D4B}"/>
              </a:ext>
            </a:extLst>
          </p:cNvPr>
          <p:cNvSpPr/>
          <p:nvPr/>
        </p:nvSpPr>
        <p:spPr>
          <a:xfrm>
            <a:off x="7721601" y="1936751"/>
            <a:ext cx="387349" cy="2476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5980C-7023-57BA-92A5-AF6C7CD1FA70}"/>
              </a:ext>
            </a:extLst>
          </p:cNvPr>
          <p:cNvSpPr txBox="1"/>
          <p:nvPr/>
        </p:nvSpPr>
        <p:spPr>
          <a:xfrm>
            <a:off x="8749479" y="1783576"/>
            <a:ext cx="19750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 </a:t>
            </a:r>
            <a:r>
              <a:rPr lang="ko-KR" altLang="en-US" sz="1000" dirty="0"/>
              <a:t>결과 데이터 </a:t>
            </a:r>
            <a:r>
              <a:rPr lang="en-US" altLang="ko-KR" sz="1000" dirty="0"/>
              <a:t>.csv </a:t>
            </a:r>
            <a:r>
              <a:rPr lang="ko-KR" altLang="en-US" sz="1000" dirty="0"/>
              <a:t>출력 기능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하기 표에 출력된 기준으로 </a:t>
            </a:r>
            <a:endParaRPr lang="en-US" altLang="ko-KR" sz="1000" dirty="0"/>
          </a:p>
          <a:p>
            <a:pPr algn="ctr"/>
            <a:r>
              <a:rPr lang="ko-KR" altLang="en-US" sz="1000" dirty="0"/>
              <a:t>파일 출력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8C729C4-AFC9-236D-44C1-50987F7277E7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8108950" y="2060575"/>
            <a:ext cx="640529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91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39D-B9B4-B88B-A4EB-7CFB7DFD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4999F9-FC0A-5186-06A8-3CEE6B72A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11" y="882401"/>
            <a:ext cx="8686939" cy="509319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33299D3-4F97-21A3-9732-B61619A0EA1C}"/>
              </a:ext>
            </a:extLst>
          </p:cNvPr>
          <p:cNvSpPr/>
          <p:nvPr/>
        </p:nvSpPr>
        <p:spPr>
          <a:xfrm>
            <a:off x="5352838" y="1931988"/>
            <a:ext cx="4636982" cy="65119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ED703-4291-8C32-415F-F3D86B0F9A90}"/>
              </a:ext>
            </a:extLst>
          </p:cNvPr>
          <p:cNvSpPr txBox="1"/>
          <p:nvPr/>
        </p:nvSpPr>
        <p:spPr>
          <a:xfrm>
            <a:off x="6683798" y="525304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Alarm History </a:t>
            </a:r>
            <a:r>
              <a:rPr lang="ko-KR" altLang="en-US" sz="1000" dirty="0"/>
              <a:t>필터링 기능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73719C0-7DA2-9E82-C81C-7BE152E9F7F0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7671329" y="771525"/>
            <a:ext cx="0" cy="1160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EA282C-AB1A-8F32-9FF3-B10F2B4A7B9A}"/>
              </a:ext>
            </a:extLst>
          </p:cNvPr>
          <p:cNvSpPr/>
          <p:nvPr/>
        </p:nvSpPr>
        <p:spPr>
          <a:xfrm>
            <a:off x="8908309" y="5357019"/>
            <a:ext cx="1211051" cy="36560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604F7-64CD-E337-9B17-0A3F4F254E70}"/>
              </a:ext>
            </a:extLst>
          </p:cNvPr>
          <p:cNvSpPr txBox="1"/>
          <p:nvPr/>
        </p:nvSpPr>
        <p:spPr>
          <a:xfrm>
            <a:off x="10567458" y="5416708"/>
            <a:ext cx="12435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 Alarm Clear </a:t>
            </a:r>
            <a:r>
              <a:rPr lang="ko-KR" altLang="en-US" sz="1000" dirty="0"/>
              <a:t>기능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9EC0C4C-C88D-E484-BA41-99CD36BD04B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0119360" y="5539819"/>
            <a:ext cx="44809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40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C0236-6612-8205-D734-2980D132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7450762-6E8F-D0C2-D240-6199E822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11" y="1162745"/>
            <a:ext cx="8324989" cy="48809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69FA65-94C0-B80A-5060-E23A973EE9C3}"/>
              </a:ext>
            </a:extLst>
          </p:cNvPr>
          <p:cNvSpPr/>
          <p:nvPr/>
        </p:nvSpPr>
        <p:spPr>
          <a:xfrm>
            <a:off x="4507018" y="1863408"/>
            <a:ext cx="4636982" cy="65119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A27EC-E31D-607B-1C3F-D7B85DE190B2}"/>
              </a:ext>
            </a:extLst>
          </p:cNvPr>
          <p:cNvSpPr txBox="1"/>
          <p:nvPr/>
        </p:nvSpPr>
        <p:spPr>
          <a:xfrm>
            <a:off x="5837978" y="691159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Log </a:t>
            </a:r>
            <a:r>
              <a:rPr lang="ko-KR" altLang="en-US" sz="1000" dirty="0"/>
              <a:t>필터링 기능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72BA4A9-DA4B-747F-C45C-FA6FC7204FD3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6825509" y="937380"/>
            <a:ext cx="0" cy="9260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9AAD4F-F8F2-395F-D841-B0462823412B}"/>
              </a:ext>
            </a:extLst>
          </p:cNvPr>
          <p:cNvSpPr/>
          <p:nvPr/>
        </p:nvSpPr>
        <p:spPr>
          <a:xfrm>
            <a:off x="4507018" y="2651184"/>
            <a:ext cx="4636982" cy="31095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284B4B-4061-1EE1-E10D-7D4EE594FF6E}"/>
              </a:ext>
            </a:extLst>
          </p:cNvPr>
          <p:cNvSpPr txBox="1"/>
          <p:nvPr/>
        </p:nvSpPr>
        <p:spPr>
          <a:xfrm>
            <a:off x="5738918" y="3959730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Log </a:t>
            </a:r>
            <a:r>
              <a:rPr lang="ko-KR" altLang="en-US" sz="1000" dirty="0"/>
              <a:t>뷰어</a:t>
            </a:r>
          </a:p>
        </p:txBody>
      </p:sp>
    </p:spTree>
    <p:extLst>
      <p:ext uri="{BB962C8B-B14F-4D97-AF65-F5344CB8AC3E}">
        <p14:creationId xmlns:p14="http://schemas.microsoft.com/office/powerpoint/2010/main" val="167147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CD2D-1AD2-B545-B348-BBA8FF47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7AFC05-A5B6-6F3E-597B-6E3F3DB5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1" y="1481714"/>
            <a:ext cx="8324989" cy="48809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69EB86-D025-48FE-6F12-3334D90C1DE4}"/>
              </a:ext>
            </a:extLst>
          </p:cNvPr>
          <p:cNvSpPr/>
          <p:nvPr/>
        </p:nvSpPr>
        <p:spPr>
          <a:xfrm>
            <a:off x="4507018" y="2648268"/>
            <a:ext cx="4636982" cy="25495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42D99-9551-F47E-FE21-9DF0C201F37E}"/>
              </a:ext>
            </a:extLst>
          </p:cNvPr>
          <p:cNvSpPr txBox="1"/>
          <p:nvPr/>
        </p:nvSpPr>
        <p:spPr>
          <a:xfrm>
            <a:off x="5837978" y="691159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Wafer </a:t>
            </a:r>
            <a:r>
              <a:rPr lang="ko-KR" altLang="en-US" sz="1000" dirty="0"/>
              <a:t>타입 설정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EAEA40D-0B09-F801-35CC-55E51589B457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V="1">
            <a:off x="6825509" y="937380"/>
            <a:ext cx="0" cy="1710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9D1BAC-F05B-5180-581D-34BFC8CB5129}"/>
              </a:ext>
            </a:extLst>
          </p:cNvPr>
          <p:cNvSpPr/>
          <p:nvPr/>
        </p:nvSpPr>
        <p:spPr>
          <a:xfrm>
            <a:off x="4507018" y="2937649"/>
            <a:ext cx="1025102" cy="10171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4E95C4-AE8B-D33A-A9FB-EBB820BE3E1F}"/>
              </a:ext>
            </a:extLst>
          </p:cNvPr>
          <p:cNvSpPr/>
          <p:nvPr/>
        </p:nvSpPr>
        <p:spPr>
          <a:xfrm>
            <a:off x="5583448" y="2937649"/>
            <a:ext cx="3560552" cy="10171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F2DA1D-3F72-BDE1-2E23-F30ABE43B006}"/>
              </a:ext>
            </a:extLst>
          </p:cNvPr>
          <p:cNvSpPr/>
          <p:nvPr/>
        </p:nvSpPr>
        <p:spPr>
          <a:xfrm>
            <a:off x="4507018" y="3989209"/>
            <a:ext cx="4636982" cy="40753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0A1596-F7DC-813E-DCF1-41EE9F49CEB1}"/>
              </a:ext>
            </a:extLst>
          </p:cNvPr>
          <p:cNvSpPr/>
          <p:nvPr/>
        </p:nvSpPr>
        <p:spPr>
          <a:xfrm>
            <a:off x="4507018" y="4431169"/>
            <a:ext cx="4636982" cy="30847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FA3388-24DF-51D5-A0AE-0CCDFB32C942}"/>
              </a:ext>
            </a:extLst>
          </p:cNvPr>
          <p:cNvSpPr txBox="1"/>
          <p:nvPr/>
        </p:nvSpPr>
        <p:spPr>
          <a:xfrm>
            <a:off x="6149340" y="3476745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Vision(</a:t>
            </a:r>
            <a:r>
              <a:rPr lang="ko-KR" altLang="en-US" sz="1000" dirty="0" err="1"/>
              <a:t>그래버</a:t>
            </a:r>
            <a:r>
              <a:rPr lang="ko-KR" altLang="en-US" sz="1000" dirty="0"/>
              <a:t> 보드</a:t>
            </a:r>
            <a:r>
              <a:rPr lang="en-US" altLang="ko-KR" sz="1000" dirty="0"/>
              <a:t>) </a:t>
            </a:r>
            <a:r>
              <a:rPr lang="ko-KR" altLang="en-US" sz="1000" dirty="0"/>
              <a:t>설정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E1EF5-908B-896A-90B5-EE3E19D51920}"/>
              </a:ext>
            </a:extLst>
          </p:cNvPr>
          <p:cNvSpPr txBox="1"/>
          <p:nvPr/>
        </p:nvSpPr>
        <p:spPr>
          <a:xfrm>
            <a:off x="4032038" y="963325"/>
            <a:ext cx="1975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Scan </a:t>
            </a:r>
            <a:r>
              <a:rPr lang="ko-KR" altLang="en-US" sz="1000" dirty="0"/>
              <a:t>테스트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ECC54A-BEC2-47C8-6F7B-6E8BBF96B9B2}"/>
              </a:ext>
            </a:extLst>
          </p:cNvPr>
          <p:cNvSpPr txBox="1"/>
          <p:nvPr/>
        </p:nvSpPr>
        <p:spPr>
          <a:xfrm>
            <a:off x="9509760" y="4069863"/>
            <a:ext cx="1661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결과 이미지 컨트롤 기능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33F70-DF59-5F9D-8DA1-331B31E18D0F}"/>
              </a:ext>
            </a:extLst>
          </p:cNvPr>
          <p:cNvSpPr txBox="1"/>
          <p:nvPr/>
        </p:nvSpPr>
        <p:spPr>
          <a:xfrm>
            <a:off x="9509760" y="4431169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조명 컨트롤 기능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BF42FE0-174C-F9F5-A65B-0BADEE5F4F2E}"/>
              </a:ext>
            </a:extLst>
          </p:cNvPr>
          <p:cNvCxnSpPr>
            <a:cxnSpLocks/>
            <a:stCxn id="11" idx="0"/>
            <a:endCxn id="16" idx="2"/>
          </p:cNvCxnSpPr>
          <p:nvPr/>
        </p:nvCxnSpPr>
        <p:spPr>
          <a:xfrm flipV="1">
            <a:off x="5019569" y="1209546"/>
            <a:ext cx="0" cy="1728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3BA4088-3EAD-9CEF-0EBA-3B12B7841FB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9144000" y="4192974"/>
            <a:ext cx="36576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3C12C48-2572-05BE-7AFA-9745413DC99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128760" y="4554280"/>
            <a:ext cx="381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4CA0774-9530-2305-D835-5B8E7BD09C9B}"/>
              </a:ext>
            </a:extLst>
          </p:cNvPr>
          <p:cNvSpPr/>
          <p:nvPr/>
        </p:nvSpPr>
        <p:spPr>
          <a:xfrm>
            <a:off x="4507018" y="4862751"/>
            <a:ext cx="4636982" cy="103192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AC80EC-9D7A-4616-A6B4-5786C89DBC0D}"/>
              </a:ext>
            </a:extLst>
          </p:cNvPr>
          <p:cNvSpPr txBox="1"/>
          <p:nvPr/>
        </p:nvSpPr>
        <p:spPr>
          <a:xfrm>
            <a:off x="9509760" y="5178658"/>
            <a:ext cx="168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결과 데이터 확인</a:t>
            </a:r>
            <a:endParaRPr lang="en-US" altLang="ko-KR" sz="1000" dirty="0"/>
          </a:p>
          <a:p>
            <a:pPr algn="ctr"/>
            <a:r>
              <a:rPr lang="en-US" altLang="ko-KR" sz="1000" dirty="0"/>
              <a:t>(History </a:t>
            </a:r>
            <a:r>
              <a:rPr lang="ko-KR" altLang="en-US" sz="1000" dirty="0" err="1"/>
              <a:t>텝에</a:t>
            </a:r>
            <a:r>
              <a:rPr lang="ko-KR" altLang="en-US" sz="1000" dirty="0"/>
              <a:t> 저장 안됨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D6C61EBE-222F-3ED9-7EED-24D43C9FBB7E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9144000" y="5378713"/>
            <a:ext cx="36576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74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3BE25-2841-3E04-FD57-0108E00F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D26358-5754-8F4D-2691-243684AE1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73"/>
          <a:stretch>
            <a:fillRect/>
          </a:stretch>
        </p:blipFill>
        <p:spPr>
          <a:xfrm>
            <a:off x="914400" y="932784"/>
            <a:ext cx="9265920" cy="521111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18CF485-248F-6AC8-8097-4F397A029DB2}"/>
              </a:ext>
            </a:extLst>
          </p:cNvPr>
          <p:cNvSpPr/>
          <p:nvPr/>
        </p:nvSpPr>
        <p:spPr>
          <a:xfrm>
            <a:off x="5038241" y="1977707"/>
            <a:ext cx="2459839" cy="12705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69799-EC65-E278-F73A-EAADA5631319}"/>
              </a:ext>
            </a:extLst>
          </p:cNvPr>
          <p:cNvSpPr txBox="1"/>
          <p:nvPr/>
        </p:nvSpPr>
        <p:spPr>
          <a:xfrm>
            <a:off x="8205258" y="2516016"/>
            <a:ext cx="178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Eddy </a:t>
            </a:r>
            <a:r>
              <a:rPr lang="ko-KR" altLang="en-US" sz="1000" dirty="0"/>
              <a:t>컨트롤로 통신 연경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D5BEB8B-8006-8686-B1D9-8CEF8FE25AC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498080" y="2639126"/>
            <a:ext cx="70717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950D66-BE18-BE3F-E8B4-35172AD6CD4F}"/>
              </a:ext>
            </a:extLst>
          </p:cNvPr>
          <p:cNvSpPr/>
          <p:nvPr/>
        </p:nvSpPr>
        <p:spPr>
          <a:xfrm>
            <a:off x="5055658" y="3324495"/>
            <a:ext cx="2459839" cy="89437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D5E078-2E32-B842-8E8C-C7AA68DADDB7}"/>
              </a:ext>
            </a:extLst>
          </p:cNvPr>
          <p:cNvSpPr txBox="1"/>
          <p:nvPr/>
        </p:nvSpPr>
        <p:spPr>
          <a:xfrm>
            <a:off x="8283635" y="3571911"/>
            <a:ext cx="1783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Set</a:t>
            </a:r>
            <a:r>
              <a:rPr lang="ko-KR" altLang="en-US" sz="1000" dirty="0"/>
              <a:t> </a:t>
            </a:r>
            <a:r>
              <a:rPr lang="en-US" altLang="ko-KR" sz="1000" dirty="0"/>
              <a:t>Zero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영점 세팅</a:t>
            </a:r>
            <a:endParaRPr lang="en-US" altLang="ko-KR" sz="1000" dirty="0"/>
          </a:p>
          <a:p>
            <a:pPr algn="ctr"/>
            <a:r>
              <a:rPr lang="en-US" altLang="ko-KR" sz="1000" dirty="0"/>
              <a:t>Get Data : Eddy </a:t>
            </a:r>
            <a:r>
              <a:rPr lang="ko-KR" altLang="en-US" sz="1000" dirty="0"/>
              <a:t>값 읽기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0E99E11-14E2-3B6F-0B22-FBF83AFCDDA0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515497" y="3771685"/>
            <a:ext cx="768138" cy="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005AAD-9857-E3F8-EC33-66A64B871430}"/>
              </a:ext>
            </a:extLst>
          </p:cNvPr>
          <p:cNvSpPr/>
          <p:nvPr/>
        </p:nvSpPr>
        <p:spPr>
          <a:xfrm>
            <a:off x="5055658" y="4345469"/>
            <a:ext cx="2459839" cy="89437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D57C2-8575-DB83-9E81-3443FCFEE22B}"/>
              </a:ext>
            </a:extLst>
          </p:cNvPr>
          <p:cNvSpPr txBox="1"/>
          <p:nvPr/>
        </p:nvSpPr>
        <p:spPr>
          <a:xfrm>
            <a:off x="8283635" y="4658303"/>
            <a:ext cx="1069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결과 값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4AAB7B3-D957-B688-E67E-AB8260059E0C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7515497" y="4781414"/>
            <a:ext cx="768138" cy="11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27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664CE-E1E4-190F-1E6C-30DA4FF5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461C7EA-E75F-FE66-5718-CBC51A87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04" y="875526"/>
            <a:ext cx="8710388" cy="510694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DED4068-EA88-4084-B0ED-F29D3ECF37C6}"/>
              </a:ext>
            </a:extLst>
          </p:cNvPr>
          <p:cNvSpPr/>
          <p:nvPr/>
        </p:nvSpPr>
        <p:spPr>
          <a:xfrm>
            <a:off x="4459121" y="2274888"/>
            <a:ext cx="2223619" cy="97885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56490-2653-FEBE-9DE4-348F4495B13D}"/>
              </a:ext>
            </a:extLst>
          </p:cNvPr>
          <p:cNvSpPr txBox="1"/>
          <p:nvPr/>
        </p:nvSpPr>
        <p:spPr>
          <a:xfrm>
            <a:off x="7213134" y="2641203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INPUT</a:t>
            </a:r>
            <a:endParaRPr lang="ko-KR" altLang="en-US" sz="10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4CB49C8-61C5-83CE-682A-16A540FA98ED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682740" y="2764314"/>
            <a:ext cx="5303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3D7703-CCCE-C716-1413-791BD1780329}"/>
              </a:ext>
            </a:extLst>
          </p:cNvPr>
          <p:cNvSpPr/>
          <p:nvPr/>
        </p:nvSpPr>
        <p:spPr>
          <a:xfrm>
            <a:off x="4459121" y="3307080"/>
            <a:ext cx="2223619" cy="197358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558FFE-423C-32B9-B5E1-1D59E34CCF91}"/>
              </a:ext>
            </a:extLst>
          </p:cNvPr>
          <p:cNvSpPr txBox="1"/>
          <p:nvPr/>
        </p:nvSpPr>
        <p:spPr>
          <a:xfrm>
            <a:off x="7095829" y="4093815"/>
            <a:ext cx="1857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OUTPUT</a:t>
            </a:r>
          </a:p>
          <a:p>
            <a:pPr algn="ctr"/>
            <a:r>
              <a:rPr lang="en-US" altLang="ko-KR" sz="1000" dirty="0"/>
              <a:t>(Local </a:t>
            </a:r>
            <a:r>
              <a:rPr lang="ko-KR" altLang="en-US" sz="1000" dirty="0"/>
              <a:t>모드에서 제어 가능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7242C50-629D-7E7E-A556-AD9E0FF60B20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682740" y="4293870"/>
            <a:ext cx="41308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30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C0D4-C797-1881-F34E-C19FDB08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54DA66-7BA4-85AE-A75C-ABF212A09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1" y="617220"/>
            <a:ext cx="8486807" cy="49758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A7FD0C5-2A5B-8303-B8DE-8E020B50E968}"/>
              </a:ext>
            </a:extLst>
          </p:cNvPr>
          <p:cNvSpPr/>
          <p:nvPr/>
        </p:nvSpPr>
        <p:spPr>
          <a:xfrm>
            <a:off x="4520081" y="1620758"/>
            <a:ext cx="4479139" cy="787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AB5F9-90F4-5163-884C-5AE4C836CE56}"/>
              </a:ext>
            </a:extLst>
          </p:cNvPr>
          <p:cNvSpPr txBox="1"/>
          <p:nvPr/>
        </p:nvSpPr>
        <p:spPr>
          <a:xfrm>
            <a:off x="9392454" y="189122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Z</a:t>
            </a:r>
            <a:r>
              <a:rPr lang="ko-KR" altLang="en-US" sz="1000" dirty="0"/>
              <a:t>축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05F6D23-6804-460A-79F0-04344BE4A8B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8999220" y="2014339"/>
            <a:ext cx="393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6E9724-AAED-1FE4-5AE2-F170345D3D53}"/>
              </a:ext>
            </a:extLst>
          </p:cNvPr>
          <p:cNvSpPr/>
          <p:nvPr/>
        </p:nvSpPr>
        <p:spPr>
          <a:xfrm>
            <a:off x="4520081" y="2466578"/>
            <a:ext cx="4479139" cy="787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055F3-E2D4-0277-656C-4368FCDEC3D4}"/>
              </a:ext>
            </a:extLst>
          </p:cNvPr>
          <p:cNvSpPr txBox="1"/>
          <p:nvPr/>
        </p:nvSpPr>
        <p:spPr>
          <a:xfrm>
            <a:off x="9392454" y="273704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Chuck Theta</a:t>
            </a:r>
            <a:endParaRPr lang="ko-KR" altLang="en-US" sz="10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97EE02A-D0CE-BB0D-3C1D-190603BA5389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999220" y="2860159"/>
            <a:ext cx="393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A78388-B9BB-4AC3-07FF-3B305DA86C19}"/>
              </a:ext>
            </a:extLst>
          </p:cNvPr>
          <p:cNvSpPr/>
          <p:nvPr/>
        </p:nvSpPr>
        <p:spPr>
          <a:xfrm>
            <a:off x="4520081" y="3312398"/>
            <a:ext cx="4479139" cy="787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8317D-88CA-57B1-F358-94C65AA4167F}"/>
              </a:ext>
            </a:extLst>
          </p:cNvPr>
          <p:cNvSpPr txBox="1"/>
          <p:nvPr/>
        </p:nvSpPr>
        <p:spPr>
          <a:xfrm>
            <a:off x="9392454" y="358286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Cetering</a:t>
            </a:r>
            <a:r>
              <a:rPr lang="en-US" altLang="ko-KR" sz="1000" dirty="0"/>
              <a:t> Left</a:t>
            </a:r>
            <a:endParaRPr lang="ko-KR" altLang="en-US" sz="10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D05B13A-DE2A-A048-0016-BEEEF791F59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8999220" y="3705979"/>
            <a:ext cx="393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0126E3-A068-F8C0-A115-40467CB102EA}"/>
              </a:ext>
            </a:extLst>
          </p:cNvPr>
          <p:cNvSpPr/>
          <p:nvPr/>
        </p:nvSpPr>
        <p:spPr>
          <a:xfrm>
            <a:off x="4520081" y="4158218"/>
            <a:ext cx="4479139" cy="7871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3A8A1C-5CAD-20B0-E5AE-6CAD15EA4C5B}"/>
              </a:ext>
            </a:extLst>
          </p:cNvPr>
          <p:cNvSpPr txBox="1"/>
          <p:nvPr/>
        </p:nvSpPr>
        <p:spPr>
          <a:xfrm>
            <a:off x="9392454" y="442868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Centering Right</a:t>
            </a:r>
            <a:endParaRPr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E7C496F-F8A2-FDA1-2EBE-0D46FB05500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999220" y="4551799"/>
            <a:ext cx="393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CD5465-1395-42A8-7760-DD25FE5958C3}"/>
              </a:ext>
            </a:extLst>
          </p:cNvPr>
          <p:cNvSpPr/>
          <p:nvPr/>
        </p:nvSpPr>
        <p:spPr>
          <a:xfrm>
            <a:off x="4520081" y="4973203"/>
            <a:ext cx="4479139" cy="2640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3DDDC2-7678-D60D-EA17-6909C8ECB459}"/>
              </a:ext>
            </a:extLst>
          </p:cNvPr>
          <p:cNvSpPr txBox="1"/>
          <p:nvPr/>
        </p:nvSpPr>
        <p:spPr>
          <a:xfrm>
            <a:off x="9392454" y="4955581"/>
            <a:ext cx="1763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전축 매뉴얼 제어 기능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114A947-E25F-0A4D-903A-D09FF19B8F2B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8999220" y="5078692"/>
            <a:ext cx="39323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222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5A3F-E12C-EA34-5100-E243CD6E0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1F65C8-9B33-F9FE-7346-73300C6174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332" t="19556" r="2966" b="63000"/>
          <a:stretch>
            <a:fillRect/>
          </a:stretch>
        </p:blipFill>
        <p:spPr>
          <a:xfrm>
            <a:off x="1958340" y="1645920"/>
            <a:ext cx="6164580" cy="119634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DA9F6AF-3854-7739-3431-65684F8C97AA}"/>
              </a:ext>
            </a:extLst>
          </p:cNvPr>
          <p:cNvSpPr/>
          <p:nvPr/>
        </p:nvSpPr>
        <p:spPr>
          <a:xfrm>
            <a:off x="3672840" y="1813560"/>
            <a:ext cx="358140" cy="1981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2DD60B5-30A5-B10A-3D8E-56758CBBB13A}"/>
              </a:ext>
            </a:extLst>
          </p:cNvPr>
          <p:cNvSpPr/>
          <p:nvPr/>
        </p:nvSpPr>
        <p:spPr>
          <a:xfrm>
            <a:off x="4107180" y="1813560"/>
            <a:ext cx="358140" cy="1981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08AB1A-4F62-03A1-6106-D13BFDD4106E}"/>
              </a:ext>
            </a:extLst>
          </p:cNvPr>
          <p:cNvSpPr/>
          <p:nvPr/>
        </p:nvSpPr>
        <p:spPr>
          <a:xfrm>
            <a:off x="4736997" y="1822566"/>
            <a:ext cx="576787" cy="1801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56F040-3FB6-9D21-550E-F336D1500A4C}"/>
              </a:ext>
            </a:extLst>
          </p:cNvPr>
          <p:cNvSpPr/>
          <p:nvPr/>
        </p:nvSpPr>
        <p:spPr>
          <a:xfrm>
            <a:off x="7282053" y="1838373"/>
            <a:ext cx="393954" cy="1637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027AD7-894E-7DA4-C00B-7031598F2EED}"/>
              </a:ext>
            </a:extLst>
          </p:cNvPr>
          <p:cNvSpPr/>
          <p:nvPr/>
        </p:nvSpPr>
        <p:spPr>
          <a:xfrm>
            <a:off x="7735339" y="1838373"/>
            <a:ext cx="325582" cy="1637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B91268-BB63-427E-0CF8-E04169F74950}"/>
              </a:ext>
            </a:extLst>
          </p:cNvPr>
          <p:cNvSpPr/>
          <p:nvPr/>
        </p:nvSpPr>
        <p:spPr>
          <a:xfrm>
            <a:off x="7313387" y="2309836"/>
            <a:ext cx="767704" cy="1637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C715DF7-F21F-E797-A03B-3C95A32D1393}"/>
              </a:ext>
            </a:extLst>
          </p:cNvPr>
          <p:cNvSpPr/>
          <p:nvPr/>
        </p:nvSpPr>
        <p:spPr>
          <a:xfrm>
            <a:off x="7298147" y="2546056"/>
            <a:ext cx="767704" cy="1637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AF316-C48B-752B-CEDC-3E66E3687DB3}"/>
              </a:ext>
            </a:extLst>
          </p:cNvPr>
          <p:cNvSpPr/>
          <p:nvPr/>
        </p:nvSpPr>
        <p:spPr>
          <a:xfrm>
            <a:off x="2712719" y="2543127"/>
            <a:ext cx="2971800" cy="16373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3E0AAE-B110-0E00-1877-DA72C868AA12}"/>
              </a:ext>
            </a:extLst>
          </p:cNvPr>
          <p:cNvSpPr/>
          <p:nvPr/>
        </p:nvSpPr>
        <p:spPr>
          <a:xfrm>
            <a:off x="2712719" y="2293461"/>
            <a:ext cx="4514849" cy="18010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49E03-EA60-1A45-67E5-CA43E4A93F5D}"/>
              </a:ext>
            </a:extLst>
          </p:cNvPr>
          <p:cNvSpPr txBox="1"/>
          <p:nvPr/>
        </p:nvSpPr>
        <p:spPr>
          <a:xfrm>
            <a:off x="2721949" y="111791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Servo ON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F20E4C9-3FE0-C95F-6195-536ECB6D29D2}"/>
              </a:ext>
            </a:extLst>
          </p:cNvPr>
          <p:cNvCxnSpPr>
            <a:cxnSpLocks/>
            <a:stCxn id="4" idx="0"/>
            <a:endCxn id="13" idx="2"/>
          </p:cNvCxnSpPr>
          <p:nvPr/>
        </p:nvCxnSpPr>
        <p:spPr>
          <a:xfrm flipH="1" flipV="1">
            <a:off x="3387895" y="1364139"/>
            <a:ext cx="464015" cy="449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AB4C48C-D3C8-7A92-191E-D3090038E241}"/>
              </a:ext>
            </a:extLst>
          </p:cNvPr>
          <p:cNvSpPr txBox="1"/>
          <p:nvPr/>
        </p:nvSpPr>
        <p:spPr>
          <a:xfrm>
            <a:off x="3836670" y="1117918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Alarm Clear</a:t>
            </a:r>
            <a:endParaRPr lang="ko-KR" altLang="en-US" sz="1000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66AE130-02C5-D5EE-1F2E-CC925BADCD10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flipV="1">
            <a:off x="4286250" y="1364139"/>
            <a:ext cx="216366" cy="4494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4043C01-9F32-8EDE-BD2A-8C75FBC788E1}"/>
              </a:ext>
            </a:extLst>
          </p:cNvPr>
          <p:cNvSpPr txBox="1"/>
          <p:nvPr/>
        </p:nvSpPr>
        <p:spPr>
          <a:xfrm>
            <a:off x="4936955" y="1111684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Limit Sensor</a:t>
            </a:r>
            <a:endParaRPr lang="ko-KR" altLang="en-US" sz="10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FA5158A-AC60-4FC5-278B-14CE633C56AA}"/>
              </a:ext>
            </a:extLst>
          </p:cNvPr>
          <p:cNvCxnSpPr>
            <a:cxnSpLocks/>
            <a:stCxn id="6" idx="0"/>
            <a:endCxn id="27" idx="2"/>
          </p:cNvCxnSpPr>
          <p:nvPr/>
        </p:nvCxnSpPr>
        <p:spPr>
          <a:xfrm flipV="1">
            <a:off x="5025391" y="1357905"/>
            <a:ext cx="577510" cy="4646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636A9F-F404-043C-B84F-4270B144CD36}"/>
              </a:ext>
            </a:extLst>
          </p:cNvPr>
          <p:cNvSpPr txBox="1"/>
          <p:nvPr/>
        </p:nvSpPr>
        <p:spPr>
          <a:xfrm>
            <a:off x="6147139" y="1104691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Home</a:t>
            </a:r>
            <a:r>
              <a:rPr lang="ko-KR" altLang="en-US" sz="1000" dirty="0"/>
              <a:t> 커맨드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A3FF8AE-FF88-7506-1566-99EA391959DC}"/>
              </a:ext>
            </a:extLst>
          </p:cNvPr>
          <p:cNvCxnSpPr>
            <a:cxnSpLocks/>
            <a:stCxn id="7" idx="0"/>
            <a:endCxn id="31" idx="2"/>
          </p:cNvCxnSpPr>
          <p:nvPr/>
        </p:nvCxnSpPr>
        <p:spPr>
          <a:xfrm flipH="1" flipV="1">
            <a:off x="6813085" y="1350912"/>
            <a:ext cx="665945" cy="487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A38668A-762C-FF8D-F097-D2054E41963D}"/>
              </a:ext>
            </a:extLst>
          </p:cNvPr>
          <p:cNvSpPr txBox="1"/>
          <p:nvPr/>
        </p:nvSpPr>
        <p:spPr>
          <a:xfrm>
            <a:off x="7646440" y="1122725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Stop </a:t>
            </a:r>
            <a:r>
              <a:rPr lang="ko-KR" altLang="en-US" sz="1000" dirty="0"/>
              <a:t>커맨드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10C36EC-305E-AC22-B3D5-693C5367A984}"/>
              </a:ext>
            </a:extLst>
          </p:cNvPr>
          <p:cNvCxnSpPr>
            <a:cxnSpLocks/>
            <a:stCxn id="8" idx="0"/>
            <a:endCxn id="35" idx="2"/>
          </p:cNvCxnSpPr>
          <p:nvPr/>
        </p:nvCxnSpPr>
        <p:spPr>
          <a:xfrm flipV="1">
            <a:off x="7898130" y="1368946"/>
            <a:ext cx="414256" cy="469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168A6AD-7F67-C217-0AD3-D370507DFFCB}"/>
              </a:ext>
            </a:extLst>
          </p:cNvPr>
          <p:cNvSpPr txBox="1"/>
          <p:nvPr/>
        </p:nvSpPr>
        <p:spPr>
          <a:xfrm>
            <a:off x="3920863" y="2256924"/>
            <a:ext cx="22589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Command Position </a:t>
            </a:r>
            <a:r>
              <a:rPr lang="ko-KR" altLang="en-US" sz="1000" dirty="0"/>
              <a:t>입력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D1985D-B183-7856-C142-32AD69C21D25}"/>
              </a:ext>
            </a:extLst>
          </p:cNvPr>
          <p:cNvSpPr txBox="1"/>
          <p:nvPr/>
        </p:nvSpPr>
        <p:spPr>
          <a:xfrm>
            <a:off x="8524145" y="2268592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Position</a:t>
            </a:r>
            <a:r>
              <a:rPr lang="ko-KR" altLang="en-US" sz="1000" dirty="0"/>
              <a:t> 커맨드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2505147-8BD8-E13E-094C-0AE97DE4FD59}"/>
              </a:ext>
            </a:extLst>
          </p:cNvPr>
          <p:cNvCxnSpPr>
            <a:cxnSpLocks/>
            <a:stCxn id="9" idx="3"/>
            <a:endCxn id="41" idx="1"/>
          </p:cNvCxnSpPr>
          <p:nvPr/>
        </p:nvCxnSpPr>
        <p:spPr>
          <a:xfrm flipV="1">
            <a:off x="8081091" y="2391703"/>
            <a:ext cx="443054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4087669-1939-3C69-7662-8AE18F6F9FAA}"/>
              </a:ext>
            </a:extLst>
          </p:cNvPr>
          <p:cNvSpPr txBox="1"/>
          <p:nvPr/>
        </p:nvSpPr>
        <p:spPr>
          <a:xfrm>
            <a:off x="8524144" y="2706862"/>
            <a:ext cx="13318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Jog </a:t>
            </a:r>
            <a:r>
              <a:rPr lang="ko-KR" altLang="en-US" sz="1000" dirty="0"/>
              <a:t>동작</a:t>
            </a:r>
            <a:r>
              <a:rPr lang="en-US" altLang="ko-KR" sz="1000" dirty="0"/>
              <a:t>(+/- </a:t>
            </a:r>
            <a:r>
              <a:rPr lang="ko-KR" altLang="en-US" sz="1000" dirty="0"/>
              <a:t>방향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56F0047E-1B5E-77CA-E70D-201821606A83}"/>
              </a:ext>
            </a:extLst>
          </p:cNvPr>
          <p:cNvCxnSpPr>
            <a:cxnSpLocks/>
            <a:stCxn id="10" idx="3"/>
            <a:endCxn id="47" idx="1"/>
          </p:cNvCxnSpPr>
          <p:nvPr/>
        </p:nvCxnSpPr>
        <p:spPr>
          <a:xfrm>
            <a:off x="8065851" y="2627924"/>
            <a:ext cx="458293" cy="2020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E156BED-D3E7-C3B7-7344-49585764992F}"/>
              </a:ext>
            </a:extLst>
          </p:cNvPr>
          <p:cNvSpPr txBox="1"/>
          <p:nvPr/>
        </p:nvSpPr>
        <p:spPr>
          <a:xfrm>
            <a:off x="2743199" y="3114149"/>
            <a:ext cx="2933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Jog</a:t>
            </a:r>
            <a:r>
              <a:rPr lang="ko-KR" altLang="en-US" sz="1000" dirty="0"/>
              <a:t> 커맨드</a:t>
            </a:r>
            <a:r>
              <a:rPr lang="en-US" altLang="ko-KR" sz="1000" dirty="0"/>
              <a:t>(</a:t>
            </a:r>
            <a:r>
              <a:rPr lang="ko-KR" altLang="en-US" sz="1000" dirty="0"/>
              <a:t>속도제어</a:t>
            </a:r>
            <a:r>
              <a:rPr lang="en-US" altLang="ko-KR" sz="1000" dirty="0"/>
              <a:t>)</a:t>
            </a:r>
            <a:r>
              <a:rPr lang="ko-KR" altLang="en-US" sz="1000" dirty="0"/>
              <a:t> 설정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3B93E84C-CD57-97E4-7F6D-7F27D6A99882}"/>
              </a:ext>
            </a:extLst>
          </p:cNvPr>
          <p:cNvCxnSpPr>
            <a:cxnSpLocks/>
            <a:stCxn id="11" idx="2"/>
            <a:endCxn id="51" idx="0"/>
          </p:cNvCxnSpPr>
          <p:nvPr/>
        </p:nvCxnSpPr>
        <p:spPr>
          <a:xfrm>
            <a:off x="4198619" y="2706862"/>
            <a:ext cx="11431" cy="407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98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450F-2681-6735-EFDD-C8D9C9DA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94B49D-C330-B40E-45C4-8A4C44C23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93" y="1536718"/>
            <a:ext cx="7568347" cy="443736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2527EDB-7276-B757-FF3B-E7F19B7DDF7E}"/>
              </a:ext>
            </a:extLst>
          </p:cNvPr>
          <p:cNvSpPr/>
          <p:nvPr/>
        </p:nvSpPr>
        <p:spPr>
          <a:xfrm>
            <a:off x="3856431" y="2390378"/>
            <a:ext cx="1406132" cy="6728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FA1B8-3DD5-65F6-98E1-2075589DA6EA}"/>
              </a:ext>
            </a:extLst>
          </p:cNvPr>
          <p:cNvSpPr txBox="1"/>
          <p:nvPr/>
        </p:nvSpPr>
        <p:spPr>
          <a:xfrm>
            <a:off x="3914775" y="1099970"/>
            <a:ext cx="1252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Ip/Port </a:t>
            </a:r>
            <a:r>
              <a:rPr lang="ko-KR" altLang="en-US" sz="1000" dirty="0"/>
              <a:t>세팅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D0969CC-C029-E09B-2E24-25A6EE05D65E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4541044" y="1346191"/>
            <a:ext cx="18453" cy="1044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97E4BD-9A27-534B-5C38-592335056514}"/>
              </a:ext>
            </a:extLst>
          </p:cNvPr>
          <p:cNvSpPr/>
          <p:nvPr/>
        </p:nvSpPr>
        <p:spPr>
          <a:xfrm>
            <a:off x="5310188" y="2390378"/>
            <a:ext cx="1076325" cy="6728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B60FEE-BB18-20F2-0000-8A26160DF84A}"/>
              </a:ext>
            </a:extLst>
          </p:cNvPr>
          <p:cNvSpPr/>
          <p:nvPr/>
        </p:nvSpPr>
        <p:spPr>
          <a:xfrm>
            <a:off x="6434138" y="2390378"/>
            <a:ext cx="1076325" cy="6728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1EA3F6-C2B5-22A3-FF5D-6B266F6745CE}"/>
              </a:ext>
            </a:extLst>
          </p:cNvPr>
          <p:cNvSpPr txBox="1"/>
          <p:nvPr/>
        </p:nvSpPr>
        <p:spPr>
          <a:xfrm>
            <a:off x="5219103" y="1099970"/>
            <a:ext cx="1252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통신 상태 확인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B3A85B5-2766-A569-28CD-052E2843C7AF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5845372" y="1346191"/>
            <a:ext cx="14583" cy="11101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DC77BD-9C28-1323-BC48-E118E96710A3}"/>
              </a:ext>
            </a:extLst>
          </p:cNvPr>
          <p:cNvSpPr txBox="1"/>
          <p:nvPr/>
        </p:nvSpPr>
        <p:spPr>
          <a:xfrm>
            <a:off x="6346031" y="1099970"/>
            <a:ext cx="1252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통신 </a:t>
            </a:r>
            <a:r>
              <a:rPr lang="en-US" altLang="ko-KR" sz="1000" dirty="0"/>
              <a:t>Start/Stop</a:t>
            </a:r>
            <a:endParaRPr lang="ko-KR" altLang="en-US" sz="10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2E4578-6995-01D1-D642-B4FC82863D09}"/>
              </a:ext>
            </a:extLst>
          </p:cNvPr>
          <p:cNvCxnSpPr>
            <a:cxnSpLocks/>
            <a:stCxn id="14" idx="0"/>
            <a:endCxn id="24" idx="2"/>
          </p:cNvCxnSpPr>
          <p:nvPr/>
        </p:nvCxnSpPr>
        <p:spPr>
          <a:xfrm flipH="1" flipV="1">
            <a:off x="6972300" y="1346191"/>
            <a:ext cx="1" cy="1044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370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9BAD-C48C-EF67-B888-01CBCAEE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A522E1-C4E4-2AED-9899-697E7A3A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082040"/>
            <a:ext cx="7916615" cy="503682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590533D-0671-67B9-3BCE-362D8AC57925}"/>
              </a:ext>
            </a:extLst>
          </p:cNvPr>
          <p:cNvSpPr/>
          <p:nvPr/>
        </p:nvSpPr>
        <p:spPr>
          <a:xfrm>
            <a:off x="3856430" y="2189568"/>
            <a:ext cx="1767129" cy="72889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DD5DE-1051-2C2E-CE4D-C52756DDF609}"/>
              </a:ext>
            </a:extLst>
          </p:cNvPr>
          <p:cNvSpPr txBox="1"/>
          <p:nvPr/>
        </p:nvSpPr>
        <p:spPr>
          <a:xfrm>
            <a:off x="4113725" y="616029"/>
            <a:ext cx="1252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Z </a:t>
            </a:r>
            <a:r>
              <a:rPr lang="ko-KR" altLang="en-US" sz="1000" dirty="0"/>
              <a:t>축 파라미터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924CBC5-B2DF-7180-C9E1-B25661D788E0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4739994" y="862250"/>
            <a:ext cx="1" cy="1327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DE831F-30C4-846B-72B2-F4AC298F08F0}"/>
              </a:ext>
            </a:extLst>
          </p:cNvPr>
          <p:cNvSpPr/>
          <p:nvPr/>
        </p:nvSpPr>
        <p:spPr>
          <a:xfrm>
            <a:off x="3856429" y="2957830"/>
            <a:ext cx="1767129" cy="65405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679610-5F37-F0B5-41B9-2ADF7612E4EE}"/>
              </a:ext>
            </a:extLst>
          </p:cNvPr>
          <p:cNvSpPr/>
          <p:nvPr/>
        </p:nvSpPr>
        <p:spPr>
          <a:xfrm>
            <a:off x="3856429" y="3651250"/>
            <a:ext cx="1767129" cy="6318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435265-3298-D221-320D-5099873E4052}"/>
              </a:ext>
            </a:extLst>
          </p:cNvPr>
          <p:cNvSpPr/>
          <p:nvPr/>
        </p:nvSpPr>
        <p:spPr>
          <a:xfrm>
            <a:off x="3856428" y="4322445"/>
            <a:ext cx="1767129" cy="6318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8B4A9E6-A16F-8206-6898-868896727DC0}"/>
              </a:ext>
            </a:extLst>
          </p:cNvPr>
          <p:cNvSpPr/>
          <p:nvPr/>
        </p:nvSpPr>
        <p:spPr>
          <a:xfrm>
            <a:off x="3856427" y="5015866"/>
            <a:ext cx="1767129" cy="35941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7B957E-B0B5-97B6-6C83-012F24565677}"/>
              </a:ext>
            </a:extLst>
          </p:cNvPr>
          <p:cNvSpPr/>
          <p:nvPr/>
        </p:nvSpPr>
        <p:spPr>
          <a:xfrm>
            <a:off x="3856426" y="5436872"/>
            <a:ext cx="1767129" cy="35941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80843EB-1A98-2E7D-6215-D9AD93D33AA5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827020" y="3284855"/>
            <a:ext cx="1029409" cy="6546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8251838-B85B-6D63-0984-3505CA0F0D55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2827020" y="3967163"/>
            <a:ext cx="1029409" cy="3051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409015E-3218-8C1A-8C85-193FC4111293}"/>
              </a:ext>
            </a:extLst>
          </p:cNvPr>
          <p:cNvCxnSpPr>
            <a:cxnSpLocks/>
          </p:cNvCxnSpPr>
          <p:nvPr/>
        </p:nvCxnSpPr>
        <p:spPr>
          <a:xfrm flipH="1">
            <a:off x="2903221" y="4660980"/>
            <a:ext cx="9532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1B1C9DB-4818-AAFD-7250-42E79BD9D299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5623556" y="5174060"/>
            <a:ext cx="2773684" cy="21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F4B392E-13D7-B90C-0368-A9EE5E49A192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5623555" y="5616577"/>
            <a:ext cx="277368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4425DFA-A40E-3159-6A69-223D330B3D75}"/>
              </a:ext>
            </a:extLst>
          </p:cNvPr>
          <p:cNvSpPr txBox="1"/>
          <p:nvPr/>
        </p:nvSpPr>
        <p:spPr>
          <a:xfrm>
            <a:off x="1221694" y="3816430"/>
            <a:ext cx="1767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Centering L</a:t>
            </a:r>
            <a:r>
              <a:rPr lang="ko-KR" altLang="en-US" sz="1000" dirty="0"/>
              <a:t> 파라미터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0AA3B2-8ABA-F048-4DBB-6F682275D96D}"/>
              </a:ext>
            </a:extLst>
          </p:cNvPr>
          <p:cNvSpPr txBox="1"/>
          <p:nvPr/>
        </p:nvSpPr>
        <p:spPr>
          <a:xfrm>
            <a:off x="1221694" y="4121470"/>
            <a:ext cx="1767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Centering R</a:t>
            </a:r>
            <a:r>
              <a:rPr lang="ko-KR" altLang="en-US" sz="1000" dirty="0"/>
              <a:t> 파라미터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39E770-837E-AD11-54D3-4465EE561229}"/>
              </a:ext>
            </a:extLst>
          </p:cNvPr>
          <p:cNvSpPr txBox="1"/>
          <p:nvPr/>
        </p:nvSpPr>
        <p:spPr>
          <a:xfrm>
            <a:off x="1221693" y="4515246"/>
            <a:ext cx="1767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Theta </a:t>
            </a:r>
            <a:r>
              <a:rPr lang="ko-KR" altLang="en-US" sz="1000" dirty="0"/>
              <a:t>파라미터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62C4C-F079-BE76-F1D4-626F4B764A1D}"/>
              </a:ext>
            </a:extLst>
          </p:cNvPr>
          <p:cNvSpPr txBox="1"/>
          <p:nvPr/>
        </p:nvSpPr>
        <p:spPr>
          <a:xfrm>
            <a:off x="8397240" y="5036743"/>
            <a:ext cx="1767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Vision Scan </a:t>
            </a:r>
            <a:r>
              <a:rPr lang="ko-KR" altLang="en-US" sz="1000" dirty="0"/>
              <a:t>파라미터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4A3E88-5434-DABF-8714-B1EF3B551CAC}"/>
              </a:ext>
            </a:extLst>
          </p:cNvPr>
          <p:cNvSpPr txBox="1"/>
          <p:nvPr/>
        </p:nvSpPr>
        <p:spPr>
          <a:xfrm>
            <a:off x="8397239" y="5493466"/>
            <a:ext cx="1767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PN Check </a:t>
            </a:r>
            <a:r>
              <a:rPr lang="ko-KR" altLang="en-US" sz="1000" dirty="0"/>
              <a:t>파라미터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16B063-0FB7-D611-287D-9CB054A2EB1A}"/>
              </a:ext>
            </a:extLst>
          </p:cNvPr>
          <p:cNvSpPr/>
          <p:nvPr/>
        </p:nvSpPr>
        <p:spPr>
          <a:xfrm>
            <a:off x="6934167" y="1880561"/>
            <a:ext cx="1257333" cy="29487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FDC893-B87C-290D-3B3F-3F56F5173F40}"/>
              </a:ext>
            </a:extLst>
          </p:cNvPr>
          <p:cNvSpPr txBox="1"/>
          <p:nvPr/>
        </p:nvSpPr>
        <p:spPr>
          <a:xfrm>
            <a:off x="8732520" y="1916081"/>
            <a:ext cx="11728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파라미터 저장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65B5DF9-B95D-3E73-4ADA-E5231D2B5B37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8191500" y="2028000"/>
            <a:ext cx="54102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0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8E3F-4A06-993E-AA42-28C310E7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F552F7-EB35-A09F-2EC4-A36E23A7D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876"/>
          <a:stretch>
            <a:fillRect/>
          </a:stretch>
        </p:blipFill>
        <p:spPr>
          <a:xfrm>
            <a:off x="1565519" y="3276599"/>
            <a:ext cx="5601482" cy="223484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E65B4EC-3665-2D5D-763B-2C666EB2847E}"/>
              </a:ext>
            </a:extLst>
          </p:cNvPr>
          <p:cNvSpPr/>
          <p:nvPr/>
        </p:nvSpPr>
        <p:spPr>
          <a:xfrm>
            <a:off x="5296609" y="3802380"/>
            <a:ext cx="334571" cy="32766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06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6F64-11A5-D646-9048-60D4AED5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220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68E3-FCA5-B9BE-A65B-0851D37B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79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AACA9-D7C4-AFCC-88C4-CCC27DFA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F2C57A-90E6-21E5-C84B-DBC805A3AD08}"/>
              </a:ext>
            </a:extLst>
          </p:cNvPr>
          <p:cNvSpPr txBox="1"/>
          <p:nvPr/>
        </p:nvSpPr>
        <p:spPr>
          <a:xfrm>
            <a:off x="2124075" y="164994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* </a:t>
            </a:r>
            <a:r>
              <a:rPr lang="ko-KR" altLang="en-US" sz="1000" b="1" i="0" dirty="0" err="1">
                <a:effectLst/>
                <a:latin typeface="+mj-lt"/>
              </a:rPr>
              <a:t>텝</a:t>
            </a:r>
            <a:r>
              <a:rPr lang="en-US" altLang="ko-KR" sz="1000" b="1" i="0" dirty="0">
                <a:effectLst/>
                <a:latin typeface="+mj-lt"/>
              </a:rPr>
              <a:t> </a:t>
            </a:r>
            <a:r>
              <a:rPr lang="ko-KR" altLang="en-US" sz="1000" b="1" dirty="0">
                <a:latin typeface="+mj-lt"/>
              </a:rPr>
              <a:t>개요</a:t>
            </a:r>
            <a:endParaRPr lang="en-US" altLang="ko-KR" sz="1000" b="1" i="0" dirty="0">
              <a:effectLst/>
              <a:latin typeface="+mj-lt"/>
            </a:endParaRP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├── Process (</a:t>
            </a:r>
            <a:r>
              <a:rPr lang="ko-KR" altLang="en-US" sz="1000" b="1" i="0" dirty="0">
                <a:effectLst/>
                <a:latin typeface="+mj-lt"/>
              </a:rPr>
              <a:t>공정 진행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├── History (</a:t>
            </a:r>
            <a:r>
              <a:rPr lang="ko-KR" altLang="en-US" sz="1000" b="1" i="0" dirty="0">
                <a:effectLst/>
                <a:latin typeface="+mj-lt"/>
              </a:rPr>
              <a:t>이력</a:t>
            </a:r>
            <a:r>
              <a:rPr lang="en-US" altLang="ko-KR" sz="1000" b="1" i="0" dirty="0">
                <a:effectLst/>
                <a:latin typeface="+mj-lt"/>
              </a:rPr>
              <a:t>))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│       ├── Result (</a:t>
            </a:r>
            <a:r>
              <a:rPr lang="ko-KR" altLang="en-US" sz="1000" b="1" i="0" dirty="0">
                <a:effectLst/>
                <a:latin typeface="+mj-lt"/>
              </a:rPr>
              <a:t>측정 결과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│       └── Alarm (</a:t>
            </a:r>
            <a:r>
              <a:rPr lang="ko-KR" altLang="en-US" sz="1000" b="1" i="0" dirty="0">
                <a:effectLst/>
                <a:latin typeface="+mj-lt"/>
              </a:rPr>
              <a:t>알람 이력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├── Log (</a:t>
            </a:r>
            <a:r>
              <a:rPr lang="ko-KR" altLang="en-US" sz="1000" b="1" i="0" dirty="0">
                <a:effectLst/>
                <a:latin typeface="+mj-lt"/>
              </a:rPr>
              <a:t>로그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└── </a:t>
            </a:r>
            <a:r>
              <a:rPr lang="en-US" altLang="ko-KR" sz="1000" b="1" i="0" dirty="0" err="1">
                <a:effectLst/>
                <a:latin typeface="+mj-lt"/>
              </a:rPr>
              <a:t>Maint</a:t>
            </a:r>
            <a:r>
              <a:rPr lang="en-US" altLang="ko-KR" sz="1000" b="1" i="0" dirty="0">
                <a:effectLst/>
                <a:latin typeface="+mj-lt"/>
              </a:rPr>
              <a:t> (</a:t>
            </a:r>
            <a:r>
              <a:rPr lang="ko-KR" altLang="en-US" sz="1000" b="1" i="0" dirty="0">
                <a:effectLst/>
                <a:latin typeface="+mj-lt"/>
              </a:rPr>
              <a:t>유지보수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Vision (</a:t>
            </a:r>
            <a:r>
              <a:rPr lang="ko-KR" altLang="en-US" sz="1000" b="1" i="0" dirty="0">
                <a:effectLst/>
                <a:latin typeface="+mj-lt"/>
              </a:rPr>
              <a:t>비전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Eddy (</a:t>
            </a:r>
            <a:r>
              <a:rPr lang="ko-KR" altLang="en-US" sz="1000" b="1" i="0" dirty="0" err="1">
                <a:effectLst/>
                <a:latin typeface="+mj-lt"/>
              </a:rPr>
              <a:t>에디센서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IO (</a:t>
            </a:r>
            <a:r>
              <a:rPr lang="ko-KR" altLang="en-US" sz="1000" b="1" i="0" dirty="0">
                <a:effectLst/>
                <a:latin typeface="+mj-lt"/>
              </a:rPr>
              <a:t>디지털 </a:t>
            </a:r>
            <a:r>
              <a:rPr lang="en-US" altLang="ko-KR" sz="1000" b="1" i="0" dirty="0">
                <a:effectLst/>
                <a:latin typeface="+mj-lt"/>
              </a:rPr>
              <a:t>IO)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Motion (</a:t>
            </a:r>
            <a:r>
              <a:rPr lang="ko-KR" altLang="en-US" sz="1000" b="1" i="0" dirty="0">
                <a:effectLst/>
                <a:latin typeface="+mj-lt"/>
              </a:rPr>
              <a:t>모션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Comm (</a:t>
            </a:r>
            <a:r>
              <a:rPr lang="ko-KR" altLang="en-US" sz="1000" b="1" i="0" dirty="0">
                <a:effectLst/>
                <a:latin typeface="+mj-lt"/>
              </a:rPr>
              <a:t>통신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├── Parameter (</a:t>
            </a:r>
            <a:r>
              <a:rPr lang="ko-KR" altLang="en-US" sz="1000" b="1" i="0" dirty="0">
                <a:effectLst/>
                <a:latin typeface="+mj-lt"/>
              </a:rPr>
              <a:t>파라미터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  <a:p>
            <a:pPr algn="l">
              <a:buNone/>
            </a:pPr>
            <a:r>
              <a:rPr lang="en-US" altLang="ko-KR" sz="1000" b="1" i="0" dirty="0">
                <a:effectLst/>
                <a:latin typeface="+mj-lt"/>
              </a:rPr>
              <a:t>               └── </a:t>
            </a:r>
            <a:r>
              <a:rPr lang="en-US" altLang="ko-KR" sz="1000" b="1" i="0" dirty="0" err="1">
                <a:effectLst/>
                <a:latin typeface="+mj-lt"/>
              </a:rPr>
              <a:t>SetUp</a:t>
            </a:r>
            <a:r>
              <a:rPr lang="en-US" altLang="ko-KR" sz="1000" b="1" i="0" dirty="0">
                <a:effectLst/>
                <a:latin typeface="+mj-lt"/>
              </a:rPr>
              <a:t> (</a:t>
            </a:r>
            <a:r>
              <a:rPr lang="ko-KR" altLang="en-US" sz="1000" b="1" i="0" dirty="0">
                <a:effectLst/>
                <a:latin typeface="+mj-lt"/>
              </a:rPr>
              <a:t>셋업</a:t>
            </a:r>
            <a:r>
              <a:rPr lang="en-US" altLang="ko-KR" sz="1000" b="1" i="0" dirty="0"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99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276</Words>
  <Application>Microsoft Office PowerPoint</Application>
  <PresentationFormat>와이드스크린</PresentationFormat>
  <Paragraphs>74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 정</dc:creator>
  <cp:lastModifiedBy>석 정</cp:lastModifiedBy>
  <cp:revision>3</cp:revision>
  <dcterms:created xsi:type="dcterms:W3CDTF">2026-04-02T04:51:23Z</dcterms:created>
  <dcterms:modified xsi:type="dcterms:W3CDTF">2026-04-03T04:51:39Z</dcterms:modified>
</cp:coreProperties>
</file>